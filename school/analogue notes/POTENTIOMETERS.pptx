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80836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09433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5934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84670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04536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40720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29433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94309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84207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23780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930900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4276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043846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138323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154152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796062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66321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1FC92EC-F5BC-4759-A113-20914BB25EC6}" type="datetimeFigureOut">
              <a:rPr lang="en-TZ" smtClean="0"/>
              <a:t>12/12/2024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7D193-163E-4BCF-89E5-3C0583DA793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279097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EBD2-8D23-DCA4-857A-331268A333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POTENTIOMETERS</a:t>
            </a:r>
            <a:endParaRPr lang="en-T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10178-1768-1DE2-04B0-F09498511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0024" y="1044681"/>
            <a:ext cx="8825658" cy="2067909"/>
          </a:xfrm>
        </p:spPr>
        <p:txBody>
          <a:bodyPr>
            <a:normAutofit/>
          </a:bodyPr>
          <a:lstStyle/>
          <a:p>
            <a:r>
              <a:rPr lang="en-US" dirty="0"/>
              <a:t>GROUP 4</a:t>
            </a:r>
          </a:p>
          <a:p>
            <a:r>
              <a:rPr lang="en-US" dirty="0"/>
              <a:t>BARAKA BEN   </a:t>
            </a:r>
          </a:p>
          <a:p>
            <a:r>
              <a:rPr lang="en-US" dirty="0"/>
              <a:t>KAHELO EUNICE MONICA  230242417582</a:t>
            </a:r>
          </a:p>
          <a:p>
            <a:r>
              <a:rPr lang="en-US" dirty="0"/>
              <a:t>LUJE ISSA SHABAN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0051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2068-549E-AC34-024C-FFE53D82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Potentiometer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8AA95-46D5-C013-7DD1-2FD3A5738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an instrument used for measuring potential difference or electromotive force by performing a comparison with a known voltage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standard cell or any other known voltage reference source can be used for comparison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accuracy of the measurements does not on the actual deflection of a pointer but upon the accuracy of the known voltage of the reference source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83775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9829-21BA-41D2-A908-DC0ABF75C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a basic potentiometer</a:t>
            </a:r>
            <a:endParaRPr lang="en-T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DBC607-B630-836F-07AC-5D69FC2ED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2805" y="2154753"/>
            <a:ext cx="5668166" cy="3991532"/>
          </a:xfrm>
        </p:spPr>
      </p:pic>
    </p:spTree>
    <p:extLst>
      <p:ext uri="{BB962C8B-B14F-4D97-AF65-F5344CB8AC3E}">
        <p14:creationId xmlns:p14="http://schemas.microsoft.com/office/powerpoint/2010/main" val="1189096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BF7A-2C7D-E08E-B316-054CB2E74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Instruments used in basic potentiometer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63418-8A50-A796-3987-0E9F8977B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resistor R is used to protect the standard cell against excessive current flow.</a:t>
            </a:r>
          </a:p>
          <a:p>
            <a:r>
              <a:rPr lang="en-US" dirty="0"/>
              <a:t>A galvanometer is used to detect a null point.</a:t>
            </a:r>
          </a:p>
          <a:p>
            <a:r>
              <a:rPr lang="en-US" dirty="0"/>
              <a:t>A standard cell is a reference voltage source with a known and stable EMF</a:t>
            </a:r>
          </a:p>
          <a:p>
            <a:r>
              <a:rPr lang="en-US" dirty="0"/>
              <a:t>Unknow EMF is the voltage source whose EMF you want to measure</a:t>
            </a:r>
          </a:p>
          <a:p>
            <a:r>
              <a:rPr lang="en-US" dirty="0"/>
              <a:t>A rheostat is an adjustable resistor that allows you to vary the current flowing through the potentiometer circuit</a:t>
            </a:r>
          </a:p>
          <a:p>
            <a:r>
              <a:rPr lang="en-US" dirty="0"/>
              <a:t>The sliding contact, or wiper, is a movable contact that slides along the resistive element of the potentiometer</a:t>
            </a:r>
          </a:p>
          <a:p>
            <a:r>
              <a:rPr lang="en-US" dirty="0"/>
              <a:t>The battery provides the energy needed to drive the circuit.</a:t>
            </a:r>
          </a:p>
          <a:p>
            <a:r>
              <a:rPr lang="en-US" dirty="0"/>
              <a:t>The switch is used to control the flow of current in the circuit</a:t>
            </a:r>
          </a:p>
          <a:p>
            <a:r>
              <a:rPr lang="en-US" dirty="0"/>
              <a:t>An ammeter is used to measure the current flowing through the circuit.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792670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57DD-34B5-3B47-4BFB-6352A9AA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principle of a basic potentiometer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89F27-E0B3-9B9F-2CDA-1544CB274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Initially, the sliding contact is set in the mid of the slide wire. </a:t>
            </a:r>
          </a:p>
          <a:p>
            <a:r>
              <a:rPr lang="en-US" dirty="0"/>
              <a:t>Then press the switch, S1 to complete the auxiliary circuit. </a:t>
            </a:r>
          </a:p>
          <a:p>
            <a:r>
              <a:rPr lang="en-US" dirty="0"/>
              <a:t>Adjust the rheostat to obtain the constant current through the potentiometer wire.</a:t>
            </a:r>
          </a:p>
          <a:p>
            <a:r>
              <a:rPr lang="en-US" dirty="0"/>
              <a:t>The potentiometer is calibrated by connecting the standard cell to the galvanometer through switch, S. </a:t>
            </a:r>
          </a:p>
          <a:p>
            <a:r>
              <a:rPr lang="en-US" dirty="0"/>
              <a:t>Now, move the sliding contact on the slide wire, until a position s is reached when the galvanometer shows zero deflection. </a:t>
            </a:r>
          </a:p>
          <a:p>
            <a:r>
              <a:rPr lang="en-US" dirty="0"/>
              <a:t>Once the galvanometer shows zero current, measure the </a:t>
            </a:r>
            <a:r>
              <a:rPr lang="en-US" b="1" dirty="0"/>
              <a:t>length of the potentiometer wire</a:t>
            </a:r>
            <a:r>
              <a:rPr lang="en-US" dirty="0"/>
              <a:t> between the sliding contact and the end where the known voltage (standard cell) is connected. Let’s call this length L1.</a:t>
            </a:r>
          </a:p>
          <a:p>
            <a:r>
              <a:rPr lang="en-US" dirty="0"/>
              <a:t>Now, connect the unknown EMF to the galvanometer through the switch, and move the sliding contact on the slide wire, until the galvanometer shows zero deflection. Let’s call it L2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00579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8DD7F-883E-FE88-9B92-B6260F80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EC29E-BAC5-F26D-0DA2-BC94099A8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L2/​</a:t>
            </a:r>
            <a:r>
              <a:rPr lang="en-US" dirty="0" err="1"/>
              <a:t>E</a:t>
            </a:r>
            <a:r>
              <a:rPr lang="en-US" baseline="-25000" dirty="0" err="1"/>
              <a:t>unknown</a:t>
            </a:r>
            <a:r>
              <a:rPr lang="en-US" dirty="0"/>
              <a:t>​​=L1/​</a:t>
            </a:r>
            <a:r>
              <a:rPr lang="en-US" baseline="-25000" dirty="0" err="1"/>
              <a:t>Estandard</a:t>
            </a:r>
            <a:r>
              <a:rPr lang="en-US" baseline="-25000" dirty="0"/>
              <a:t>​​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</a:t>
            </a:r>
            <a:r>
              <a:rPr lang="en-US" baseline="-25000" dirty="0" err="1"/>
              <a:t>unknown</a:t>
            </a:r>
            <a:r>
              <a:rPr lang="en-US" dirty="0" err="1"/>
              <a:t>_is</a:t>
            </a:r>
            <a:r>
              <a:rPr lang="en-US" dirty="0"/>
              <a:t> the unknown EMF.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L2_ is the length of wire corresponding to the unknown EMF.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</a:t>
            </a:r>
            <a:r>
              <a:rPr lang="en-US" baseline="-25000" dirty="0" err="1"/>
              <a:t>standard</a:t>
            </a:r>
            <a:r>
              <a:rPr lang="en-US" dirty="0" err="1"/>
              <a:t>_is</a:t>
            </a:r>
            <a:r>
              <a:rPr lang="en-US" dirty="0"/>
              <a:t> the known EMF of the standard reference source.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L1_is the length of wire corresponding to the standard cell’s EMF.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423795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E616-788E-3653-D85C-41EAEF60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potentiometer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5257-919B-9DC9-0EAC-45CD490C3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They are two types of potentiometer </a:t>
            </a:r>
          </a:p>
          <a:p>
            <a:r>
              <a:rPr lang="en-US" dirty="0"/>
              <a:t>Laboratory type potentiometer</a:t>
            </a:r>
          </a:p>
          <a:p>
            <a:r>
              <a:rPr lang="en-US" dirty="0"/>
              <a:t>Modern potentiometer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094489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13ED-6673-0AAA-8899-2C6ED2BC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Laboratory type potentiometer</a:t>
            </a:r>
            <a:endParaRPr lang="en-T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4ABD80-24BF-622B-C9B9-A5AA8E2B9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8810" y="2052638"/>
            <a:ext cx="3296156" cy="4195762"/>
          </a:xfrm>
        </p:spPr>
      </p:pic>
    </p:spTree>
    <p:extLst>
      <p:ext uri="{BB962C8B-B14F-4D97-AF65-F5344CB8AC3E}">
        <p14:creationId xmlns:p14="http://schemas.microsoft.com/office/powerpoint/2010/main" val="298179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8429-F1CA-B3B1-48E7-F34F9F91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laboratory-type potentiometer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3F120-0BAD-F4C8-A866-45373F527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Laboratory-type potentiometer has one dial switch with fifteen steps, each having a precision resistor of 10 Ω and a single 10 Ω turn circular slide wire</a:t>
            </a:r>
          </a:p>
          <a:p>
            <a:r>
              <a:rPr lang="en-US" dirty="0"/>
              <a:t>The circular slide wire has 200 divisions corresponding to the resolution of 0.5 mV. </a:t>
            </a:r>
          </a:p>
          <a:p>
            <a:r>
              <a:rPr lang="en-US" dirty="0"/>
              <a:t>A double-throw switch is provided for calibration and measuring the unknown EMF. </a:t>
            </a:r>
          </a:p>
          <a:p>
            <a:r>
              <a:rPr lang="en-US" dirty="0"/>
              <a:t>A protective resistance is connected in series with the galvanometer to protect the galvanometer and is shorted when the galvanometer reaches the balanced condition. </a:t>
            </a:r>
          </a:p>
          <a:p>
            <a:r>
              <a:rPr lang="en-US" dirty="0"/>
              <a:t>The working current of the potentiometer provided by the battery is 10 mA, then each step of the dial switch corresponds to 0.1 V.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10951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1159-CB88-4596-17FF-83368CE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 of laboratory-type potentiometer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5224B-C374-9E09-EFD2-66CE03109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Supposing the value of EMF of the standard cell is 1.0186 V, first calibrate the potentiometer by adjusting the dial switch at 1.0 V and slide wire at 0.0186.</a:t>
            </a:r>
          </a:p>
          <a:p>
            <a:r>
              <a:rPr lang="en-US" dirty="0"/>
              <a:t>The double-throw switch is set to the calibrated position to connect the standard cell and galvanometer to the dial switch and slide wire. </a:t>
            </a:r>
          </a:p>
          <a:p>
            <a:r>
              <a:rPr lang="en-US" dirty="0"/>
              <a:t>Adjust the rheostat until the galvanometer shows null deflection.</a:t>
            </a:r>
          </a:p>
          <a:p>
            <a:r>
              <a:rPr lang="en-US" dirty="0"/>
              <a:t>Close the shorting key, S, when the rheostat is adjusted until the galvanometer shows null deflection</a:t>
            </a:r>
          </a:p>
          <a:p>
            <a:r>
              <a:rPr lang="en-US" dirty="0"/>
              <a:t>Set the double-throw switch to operate-position to connect the unknown EMF to the potentiometer circuit.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401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16724-4226-582B-7E26-9ECEEA1EC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6563"/>
            <a:ext cx="10515600" cy="5720400"/>
          </a:xfrm>
        </p:spPr>
        <p:txBody>
          <a:bodyPr/>
          <a:lstStyle/>
          <a:p>
            <a:r>
              <a:rPr lang="en-US" dirty="0"/>
              <a:t>With the protective resistance in the circuit, balance the potentiometer (galvanometer reads zero point) by adjusting the main dial and the slide wire. </a:t>
            </a:r>
          </a:p>
          <a:p>
            <a:r>
              <a:rPr lang="en-US" dirty="0"/>
              <a:t>When the potentiometer is approaching the balance point, the protective resistance is shorted, and final adjustments are made to obtain true balance.</a:t>
            </a:r>
          </a:p>
          <a:p>
            <a:r>
              <a:rPr lang="en-US" dirty="0"/>
              <a:t>Now, the value of the unknown EMF is read off directly measured from the dial switch and circular slide wire. </a:t>
            </a:r>
          </a:p>
          <a:p>
            <a:r>
              <a:rPr lang="en-US" dirty="0"/>
              <a:t>This method has better precision than using a basic potentiometer.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63424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24099-DE65-C197-3652-327E09560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Potentiometer</a:t>
            </a:r>
            <a:endParaRPr lang="en-T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F1D180-3900-EB55-92DA-0DEE9E90C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073" y="2052638"/>
            <a:ext cx="4233629" cy="4195762"/>
          </a:xfrm>
        </p:spPr>
      </p:pic>
    </p:spTree>
    <p:extLst>
      <p:ext uri="{BB962C8B-B14F-4D97-AF65-F5344CB8AC3E}">
        <p14:creationId xmlns:p14="http://schemas.microsoft.com/office/powerpoint/2010/main" val="3317961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99BF-6A31-F913-9AA0-45A31D6B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potentiometer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7AE95-E173-9545-A318-50375FB2F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potentiometer consist of a separate or independent standard cell dial circuit comprised of a standard cell, standard resistor R, and dial-1. This separate standard cell dial circuit enables operators to check the standard cell balance during measurements without disturbing the potentiometer settings. </a:t>
            </a:r>
          </a:p>
          <a:p>
            <a:r>
              <a:rPr lang="en-US" dirty="0"/>
              <a:t>This independent standardizing circuit can be set on any range of standard cell EMF from 1.016 V to 1.020 V. </a:t>
            </a:r>
          </a:p>
          <a:p>
            <a:r>
              <a:rPr lang="en-US" dirty="0"/>
              <a:t>A drop of 1.016 V is provided by resistance, Rs and the remaining drop of 0.004 V is provided by the slide-1. </a:t>
            </a:r>
          </a:p>
          <a:p>
            <a:r>
              <a:rPr lang="en-US" dirty="0"/>
              <a:t> The protective resistance and shorting key are used to protect the galvanometer. 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251035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37CA1-AFF8-1A42-2B29-E2E6D36D8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4266"/>
            <a:ext cx="10515600" cy="5612697"/>
          </a:xfrm>
        </p:spPr>
        <p:txBody>
          <a:bodyPr/>
          <a:lstStyle/>
          <a:p>
            <a:r>
              <a:rPr lang="en-US" dirty="0"/>
              <a:t>Initially, the slide-1 is set to read the EMF of the standard cell. </a:t>
            </a:r>
          </a:p>
          <a:p>
            <a:r>
              <a:rPr lang="en-US" dirty="0"/>
              <a:t> The selector switch S, Double Pole Double Throw (DPDT), is set to calibrate position and the rheostat is adjusted to balance the galvanometer. </a:t>
            </a:r>
          </a:p>
          <a:p>
            <a:r>
              <a:rPr lang="en-US" dirty="0"/>
              <a:t>This fixes the working current to its proper value.</a:t>
            </a:r>
          </a:p>
          <a:p>
            <a:r>
              <a:rPr lang="en-US" dirty="0"/>
              <a:t>The switch S is then thrown to the operate position and unknown EMF is read by adjusting the dial-2 and dial-3. </a:t>
            </a:r>
          </a:p>
          <a:p>
            <a:r>
              <a:rPr lang="en-US" dirty="0"/>
              <a:t>The standardizing circuit can be checked for the consistency of working current, anytime during the measurements by simply throwing the switch S back to calibrate position. </a:t>
            </a:r>
          </a:p>
          <a:p>
            <a:r>
              <a:rPr lang="en-US" dirty="0"/>
              <a:t> This process does not disturb the measuring circuit. Besides it is convenient and increases the speed of measurements.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513337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128</TotalTime>
  <Words>977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POTENTIOMETERS</vt:lpstr>
      <vt:lpstr>Potentiometer</vt:lpstr>
      <vt:lpstr>Construction of a basic potentiometer</vt:lpstr>
      <vt:lpstr>Instruments used in basic potentiometer</vt:lpstr>
      <vt:lpstr>Working principle of a basic potentiometer</vt:lpstr>
      <vt:lpstr>Mathematical expression</vt:lpstr>
      <vt:lpstr>Types of potentiometer</vt:lpstr>
      <vt:lpstr>Laboratory type potentiometer</vt:lpstr>
      <vt:lpstr> laboratory-type potentiometer</vt:lpstr>
      <vt:lpstr>Operation of laboratory-type potentiometer</vt:lpstr>
      <vt:lpstr>PowerPoint Presentation</vt:lpstr>
      <vt:lpstr>Modern Potentiometer</vt:lpstr>
      <vt:lpstr>Modern potentiometer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eunice kahelo</dc:creator>
  <cp:lastModifiedBy>eunice kahelo</cp:lastModifiedBy>
  <cp:revision>3</cp:revision>
  <dcterms:created xsi:type="dcterms:W3CDTF">2024-12-12T03:26:08Z</dcterms:created>
  <dcterms:modified xsi:type="dcterms:W3CDTF">2024-12-12T05:40:40Z</dcterms:modified>
</cp:coreProperties>
</file>